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8354B9-FDAC-5646-B195-5EDD951CDE4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AC687-5434-4549-9506-58D8DA3DB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16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Preventing Double-Booking in Venue Scheduling Using the Interval Scheduling Algorithm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97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a Centralized Online Event Platform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Colleges, auction halls and event companies now take venue bookings through a single online portal.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organizers can request the same hall for the same date and time, often within seconds of each other.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the system does not check carefully, two events end up in one venue: a double-booking.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booking is just a time interval (start, end), so the problem fits the classic interval scheduling model.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 and block overlapping bookings for the same venue before they are confirmed.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interval scheduling to accept the largest possible number of events per venue.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 the check fast enough to work when many users book at the same time.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the organizer a clear reason and alternate slots when a request is rejected.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Double-booking is a common fault in online event platforms where bookings are handled by many users at once.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work treats every booking as a time interval and every venue as a separate resource.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new request is accepted only if it does not overlap any confirmed interval of that venue; a greedy earliest-finish-time rule is used when a batch of requests has to be selected.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database lock on the venue makes the check and the save happen as one step, so simultaneous requests cannot slip through.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result is a simple, fast and conflict-free booking process.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a centralized platform, several users can request one venue for overlapping times at the same moment.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checking and simple date comparison miss partial overlaps, such as 10:00–12:00 against 11:00–13:00.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Double-booked venues cause cancellations, angry organizers and loss of trust in the platform.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Need: an algorithm that guarantees no two confirmed events share a venue at the same time, while keeping venue usage high.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(2025–26)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Paper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Source / Year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Technique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Course Scheduling System Based on an Improved Genetic Algorithm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NHSJS Reports, 2025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Improved GA with penalty weights for teacher and room clashes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Tested on a small school dataset; not meant for live bookings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Automated Class Scheduling: Ensuring Conflict-Free and Optimized Timetables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Khulna Univ. Studies, 22(2), Dec 2025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Automated class-routine generator that avoids conflicts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Builds a timetable in advance; does not handle random online requests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Explicit AI-Based Timetable Generator using Genetic Algorithm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Open J. of Applied Sciences, 15(8), 2025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 producing conflict-free timetables per lecturer, student, classroom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Needs many iterations; result can vary between runs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Isabela State University Class Scheduling Algorithm (ISUCSA)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J. Inf. Systems Eng. &amp; Mgmt, 10(49s), 2025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Genetic algorithm combined with a greedy assignment phase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Aimed at class schedules; no concurrency handling for simultaneous users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Methods and Drawbacks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/ spreadsheet booking: slow, and clashes are found only after both parties are confirmed.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Simple date-only checks: ignore time ranges, so partial overlaps are missed.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Genetic algorithm and other heuristic timetables (papers above): good for fixed academic timetables, but heavy, not guaranteed optimal, and not suited to instant online requests.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Check-then-save without locking: two users can pass the check together and both get confirmed (race condition).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Naive pairwise comparison with every booking: slows down as the number of bookings grows.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Model each booking as an interval [start, end) linked to a venue ID, so back-to-back events are allowed.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Keep each venue's confirmed bookings sorted by start time.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For a new request, binary-search its position and compare only with its neighbours: conflict if new start &lt; old end and new end &gt; old start.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Run the check and the save inside one transaction with a lock on that venue, so simultaneous requests are handled one by one.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For a batch of competing requests, sort by finish time and pick each non-overlapping one (greedy), which gives the maximum number of events.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If rejected, suggest the nearest free slots or other venues.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Kalisaktheesvaran K</cp:lastModifiedBy>
  <cp:revision>2</cp:revision>
  <dcterms:created xsi:type="dcterms:W3CDTF">2026-10-13T20:02:43Z</dcterms:created>
  <dcterms:modified xsi:type="dcterms:W3CDTF">2026-10-13T20:06:05Z</dcterms:modified>
</cp:coreProperties>
</file>