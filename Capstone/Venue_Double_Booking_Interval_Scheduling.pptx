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11"/>
    <p:sldId id="270" r:id="rId12"/>
    <p:sldId id="271" r:id="rId13"/>
    <p:sldId id="272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107739-DCCB-471F-8010-E16631AE32FF}" v="26" dt="2026-10-14T17:46:51.2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1914" y="8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thun s" userId="dd0aea9540a49ece" providerId="LiveId" clId="{679C2E18-537F-4C4C-A3ED-5EC5054AA2D6}"/>
    <pc:docChg chg="undo redo custSel addSld delSld modSld sldOrd">
      <pc:chgData name="Mithun s" userId="dd0aea9540a49ece" providerId="LiveId" clId="{679C2E18-537F-4C4C-A3ED-5EC5054AA2D6}" dt="2026-10-14T17:47:15.168" v="323" actId="2711"/>
      <pc:docMkLst>
        <pc:docMk/>
      </pc:docMkLst>
      <pc:sldChg chg="addSp delSp modSp mod">
        <pc:chgData name="Mithun s" userId="dd0aea9540a49ece" providerId="LiveId" clId="{679C2E18-537F-4C4C-A3ED-5EC5054AA2D6}" dt="2026-10-14T17:47:15.168" v="323" actId="2711"/>
        <pc:sldMkLst>
          <pc:docMk/>
          <pc:sldMk cId="0" sldId="256"/>
        </pc:sldMkLst>
        <pc:spChg chg="mod">
          <ac:chgData name="Mithun s" userId="dd0aea9540a49ece" providerId="LiveId" clId="{679C2E18-537F-4C4C-A3ED-5EC5054AA2D6}" dt="2026-10-14T17:47:15.168" v="323" actId="2711"/>
          <ac:spMkLst>
            <pc:docMk/>
            <pc:sldMk cId="0" sldId="256"/>
            <ac:spMk id="2" creationId="{00000000-0000-0000-0000-000000000000}"/>
          </ac:spMkLst>
        </pc:spChg>
        <pc:spChg chg="del mod">
          <ac:chgData name="Mithun s" userId="dd0aea9540a49ece" providerId="LiveId" clId="{679C2E18-537F-4C4C-A3ED-5EC5054AA2D6}" dt="2026-10-14T17:41:57.808" v="278" actId="478"/>
          <ac:spMkLst>
            <pc:docMk/>
            <pc:sldMk cId="0" sldId="256"/>
            <ac:spMk id="3" creationId="{00000000-0000-0000-0000-000000000000}"/>
          </ac:spMkLst>
        </pc:spChg>
        <pc:spChg chg="del">
          <ac:chgData name="Mithun s" userId="dd0aea9540a49ece" providerId="LiveId" clId="{679C2E18-537F-4C4C-A3ED-5EC5054AA2D6}" dt="2026-10-14T17:42:05.535" v="281" actId="478"/>
          <ac:spMkLst>
            <pc:docMk/>
            <pc:sldMk cId="0" sldId="256"/>
            <ac:spMk id="4" creationId="{00000000-0000-0000-0000-000000000000}"/>
          </ac:spMkLst>
        </pc:spChg>
        <pc:spChg chg="add mod">
          <ac:chgData name="Mithun s" userId="dd0aea9540a49ece" providerId="LiveId" clId="{679C2E18-537F-4C4C-A3ED-5EC5054AA2D6}" dt="2026-10-14T17:47:15.168" v="323" actId="2711"/>
          <ac:spMkLst>
            <pc:docMk/>
            <pc:sldMk cId="0" sldId="256"/>
            <ac:spMk id="5" creationId="{3D05E82C-5F77-3A1D-C6D5-8E5A40BC8631}"/>
          </ac:spMkLst>
        </pc:spChg>
        <pc:spChg chg="add mod">
          <ac:chgData name="Mithun s" userId="dd0aea9540a49ece" providerId="LiveId" clId="{679C2E18-537F-4C4C-A3ED-5EC5054AA2D6}" dt="2026-10-14T17:47:15.168" v="323" actId="2711"/>
          <ac:spMkLst>
            <pc:docMk/>
            <pc:sldMk cId="0" sldId="256"/>
            <ac:spMk id="6" creationId="{3034F2C9-E9FA-751F-CDBC-540D41AD7598}"/>
          </ac:spMkLst>
        </pc:spChg>
        <pc:spChg chg="add mod">
          <ac:chgData name="Mithun s" userId="dd0aea9540a49ece" providerId="LiveId" clId="{679C2E18-537F-4C4C-A3ED-5EC5054AA2D6}" dt="2026-10-14T17:47:15.168" v="323" actId="2711"/>
          <ac:spMkLst>
            <pc:docMk/>
            <pc:sldMk cId="0" sldId="256"/>
            <ac:spMk id="9" creationId="{321054CF-C3C6-552D-294B-0C4E956BC7BB}"/>
          </ac:spMkLst>
        </pc:spChg>
        <pc:spChg chg="add mod">
          <ac:chgData name="Mithun s" userId="dd0aea9540a49ece" providerId="LiveId" clId="{679C2E18-537F-4C4C-A3ED-5EC5054AA2D6}" dt="2026-10-14T17:47:15.168" v="323" actId="2711"/>
          <ac:spMkLst>
            <pc:docMk/>
            <pc:sldMk cId="0" sldId="256"/>
            <ac:spMk id="10" creationId="{49FB9B3E-6777-AC9A-D260-014535292B4D}"/>
          </ac:spMkLst>
        </pc:spChg>
        <pc:spChg chg="add mod">
          <ac:chgData name="Mithun s" userId="dd0aea9540a49ece" providerId="LiveId" clId="{679C2E18-537F-4C4C-A3ED-5EC5054AA2D6}" dt="2026-10-14T17:47:15.168" v="323" actId="2711"/>
          <ac:spMkLst>
            <pc:docMk/>
            <pc:sldMk cId="0" sldId="256"/>
            <ac:spMk id="11" creationId="{25D6DDBD-85FE-E45F-A5BD-D62FA3BB8598}"/>
          </ac:spMkLst>
        </pc:spChg>
        <pc:picChg chg="add mod">
          <ac:chgData name="Mithun s" userId="dd0aea9540a49ece" providerId="LiveId" clId="{679C2E18-537F-4C4C-A3ED-5EC5054AA2D6}" dt="2026-10-14T17:41:47.223" v="276" actId="1076"/>
          <ac:picMkLst>
            <pc:docMk/>
            <pc:sldMk cId="0" sldId="256"/>
            <ac:picMk id="8" creationId="{2A699D62-5905-B654-A7D2-597860DADA28}"/>
          </ac:picMkLst>
        </pc:picChg>
      </pc:sldChg>
      <pc:sldChg chg="modSp mod">
        <pc:chgData name="Mithun s" userId="dd0aea9540a49ece" providerId="LiveId" clId="{679C2E18-537F-4C4C-A3ED-5EC5054AA2D6}" dt="2026-10-14T16:47:36.398" v="2" actId="12"/>
        <pc:sldMkLst>
          <pc:docMk/>
          <pc:sldMk cId="0" sldId="263"/>
        </pc:sldMkLst>
        <pc:spChg chg="mod">
          <ac:chgData name="Mithun s" userId="dd0aea9540a49ece" providerId="LiveId" clId="{679C2E18-537F-4C4C-A3ED-5EC5054AA2D6}" dt="2026-10-14T16:47:36.398" v="2" actId="12"/>
          <ac:spMkLst>
            <pc:docMk/>
            <pc:sldMk cId="0" sldId="263"/>
            <ac:spMk id="4" creationId="{00000000-0000-0000-0000-000000000000}"/>
          </ac:spMkLst>
        </pc:spChg>
      </pc:sldChg>
      <pc:sldChg chg="addSp delSp modSp add mod">
        <pc:chgData name="Mithun s" userId="dd0aea9540a49ece" providerId="LiveId" clId="{679C2E18-537F-4C4C-A3ED-5EC5054AA2D6}" dt="2026-10-14T17:25:58.907" v="128" actId="22"/>
        <pc:sldMkLst>
          <pc:docMk/>
          <pc:sldMk cId="0" sldId="264"/>
        </pc:sldMkLst>
        <pc:spChg chg="del">
          <ac:chgData name="Mithun s" userId="dd0aea9540a49ece" providerId="LiveId" clId="{679C2E18-537F-4C4C-A3ED-5EC5054AA2D6}" dt="2026-10-14T17:04:50.473" v="9" actId="478"/>
          <ac:spMkLst>
            <pc:docMk/>
            <pc:sldMk cId="0" sldId="264"/>
            <ac:spMk id="2" creationId="{00000000-0000-0000-0000-000000000000}"/>
          </ac:spMkLst>
        </pc:spChg>
        <pc:spChg chg="del mod">
          <ac:chgData name="Mithun s" userId="dd0aea9540a49ece" providerId="LiveId" clId="{679C2E18-537F-4C4C-A3ED-5EC5054AA2D6}" dt="2026-10-14T17:17:56.368" v="28" actId="478"/>
          <ac:spMkLst>
            <pc:docMk/>
            <pc:sldMk cId="0" sldId="264"/>
            <ac:spMk id="3" creationId="{00000000-0000-0000-0000-000000000000}"/>
          </ac:spMkLst>
        </pc:spChg>
        <pc:spChg chg="del mod">
          <ac:chgData name="Mithun s" userId="dd0aea9540a49ece" providerId="LiveId" clId="{679C2E18-537F-4C4C-A3ED-5EC5054AA2D6}" dt="2026-10-14T17:17:56.368" v="28" actId="478"/>
          <ac:spMkLst>
            <pc:docMk/>
            <pc:sldMk cId="0" sldId="264"/>
            <ac:spMk id="4" creationId="{00000000-0000-0000-0000-000000000000}"/>
          </ac:spMkLst>
        </pc:spChg>
        <pc:spChg chg="del mod">
          <ac:chgData name="Mithun s" userId="dd0aea9540a49ece" providerId="LiveId" clId="{679C2E18-537F-4C4C-A3ED-5EC5054AA2D6}" dt="2026-10-14T17:17:56.368" v="28" actId="478"/>
          <ac:spMkLst>
            <pc:docMk/>
            <pc:sldMk cId="0" sldId="264"/>
            <ac:spMk id="5" creationId="{00000000-0000-0000-0000-000000000000}"/>
          </ac:spMkLst>
        </pc:spChg>
        <pc:spChg chg="del mod">
          <ac:chgData name="Mithun s" userId="dd0aea9540a49ece" providerId="LiveId" clId="{679C2E18-537F-4C4C-A3ED-5EC5054AA2D6}" dt="2026-10-14T17:17:56.368" v="28" actId="478"/>
          <ac:spMkLst>
            <pc:docMk/>
            <pc:sldMk cId="0" sldId="264"/>
            <ac:spMk id="6" creationId="{00000000-0000-0000-0000-000000000000}"/>
          </ac:spMkLst>
        </pc:spChg>
        <pc:spChg chg="del mod">
          <ac:chgData name="Mithun s" userId="dd0aea9540a49ece" providerId="LiveId" clId="{679C2E18-537F-4C4C-A3ED-5EC5054AA2D6}" dt="2026-10-14T17:17:56.368" v="28" actId="478"/>
          <ac:spMkLst>
            <pc:docMk/>
            <pc:sldMk cId="0" sldId="264"/>
            <ac:spMk id="7" creationId="{00000000-0000-0000-0000-000000000000}"/>
          </ac:spMkLst>
        </pc:spChg>
        <pc:spChg chg="del mod">
          <ac:chgData name="Mithun s" userId="dd0aea9540a49ece" providerId="LiveId" clId="{679C2E18-537F-4C4C-A3ED-5EC5054AA2D6}" dt="2026-10-14T17:17:56.368" v="28" actId="478"/>
          <ac:spMkLst>
            <pc:docMk/>
            <pc:sldMk cId="0" sldId="264"/>
            <ac:spMk id="8" creationId="{00000000-0000-0000-0000-000000000000}"/>
          </ac:spMkLst>
        </pc:spChg>
        <pc:spChg chg="del mod">
          <ac:chgData name="Mithun s" userId="dd0aea9540a49ece" providerId="LiveId" clId="{679C2E18-537F-4C4C-A3ED-5EC5054AA2D6}" dt="2026-10-14T17:17:56.368" v="28" actId="478"/>
          <ac:spMkLst>
            <pc:docMk/>
            <pc:sldMk cId="0" sldId="264"/>
            <ac:spMk id="10" creationId="{00000000-0000-0000-0000-000000000000}"/>
          </ac:spMkLst>
        </pc:spChg>
        <pc:spChg chg="del mod">
          <ac:chgData name="Mithun s" userId="dd0aea9540a49ece" providerId="LiveId" clId="{679C2E18-537F-4C4C-A3ED-5EC5054AA2D6}" dt="2026-10-14T17:17:56.368" v="28" actId="478"/>
          <ac:spMkLst>
            <pc:docMk/>
            <pc:sldMk cId="0" sldId="264"/>
            <ac:spMk id="11" creationId="{00000000-0000-0000-0000-000000000000}"/>
          </ac:spMkLst>
        </pc:spChg>
        <pc:spChg chg="del mod">
          <ac:chgData name="Mithun s" userId="dd0aea9540a49ece" providerId="LiveId" clId="{679C2E18-537F-4C4C-A3ED-5EC5054AA2D6}" dt="2026-10-14T17:17:56.368" v="28" actId="478"/>
          <ac:spMkLst>
            <pc:docMk/>
            <pc:sldMk cId="0" sldId="264"/>
            <ac:spMk id="12" creationId="{00000000-0000-0000-0000-000000000000}"/>
          </ac:spMkLst>
        </pc:spChg>
        <pc:spChg chg="del mod">
          <ac:chgData name="Mithun s" userId="dd0aea9540a49ece" providerId="LiveId" clId="{679C2E18-537F-4C4C-A3ED-5EC5054AA2D6}" dt="2026-10-14T17:17:56.368" v="28" actId="478"/>
          <ac:spMkLst>
            <pc:docMk/>
            <pc:sldMk cId="0" sldId="264"/>
            <ac:spMk id="14" creationId="{00000000-0000-0000-0000-000000000000}"/>
          </ac:spMkLst>
        </pc:spChg>
        <pc:spChg chg="add del">
          <ac:chgData name="Mithun s" userId="dd0aea9540a49ece" providerId="LiveId" clId="{679C2E18-537F-4C4C-A3ED-5EC5054AA2D6}" dt="2026-10-14T17:17:52.893" v="27" actId="22"/>
          <ac:spMkLst>
            <pc:docMk/>
            <pc:sldMk cId="0" sldId="264"/>
            <ac:spMk id="17" creationId="{D812929E-0661-6F49-ABFD-7BADB0053746}"/>
          </ac:spMkLst>
        </pc:spChg>
        <pc:spChg chg="add mod">
          <ac:chgData name="Mithun s" userId="dd0aea9540a49ece" providerId="LiveId" clId="{679C2E18-537F-4C4C-A3ED-5EC5054AA2D6}" dt="2026-10-14T17:23:28.356" v="125" actId="404"/>
          <ac:spMkLst>
            <pc:docMk/>
            <pc:sldMk cId="0" sldId="264"/>
            <ac:spMk id="19" creationId="{1B8643E9-0863-3E4A-544E-0CC6D72D7425}"/>
          </ac:spMkLst>
        </pc:spChg>
        <pc:spChg chg="add del mod">
          <ac:chgData name="Mithun s" userId="dd0aea9540a49ece" providerId="LiveId" clId="{679C2E18-537F-4C4C-A3ED-5EC5054AA2D6}" dt="2026-10-14T17:18:14.981" v="36"/>
          <ac:spMkLst>
            <pc:docMk/>
            <pc:sldMk cId="0" sldId="264"/>
            <ac:spMk id="20" creationId="{1E5DFEFB-4780-D6EE-8317-8626AB8623AB}"/>
          </ac:spMkLst>
        </pc:spChg>
        <pc:spChg chg="add">
          <ac:chgData name="Mithun s" userId="dd0aea9540a49ece" providerId="LiveId" clId="{679C2E18-537F-4C4C-A3ED-5EC5054AA2D6}" dt="2026-10-14T17:21:19.661" v="99" actId="22"/>
          <ac:spMkLst>
            <pc:docMk/>
            <pc:sldMk cId="0" sldId="264"/>
            <ac:spMk id="22" creationId="{E49EBF43-A18D-D993-75AF-CEBD42B04136}"/>
          </ac:spMkLst>
        </pc:spChg>
        <pc:spChg chg="add del">
          <ac:chgData name="Mithun s" userId="dd0aea9540a49ece" providerId="LiveId" clId="{679C2E18-537F-4C4C-A3ED-5EC5054AA2D6}" dt="2026-10-14T17:25:58.907" v="128" actId="22"/>
          <ac:spMkLst>
            <pc:docMk/>
            <pc:sldMk cId="0" sldId="264"/>
            <ac:spMk id="24" creationId="{1985BA57-D01A-FDD1-9F79-8C682BA3C08F}"/>
          </ac:spMkLst>
        </pc:spChg>
      </pc:sldChg>
      <pc:sldChg chg="delSp modSp add del mod">
        <pc:chgData name="Mithun s" userId="dd0aea9540a49ece" providerId="LiveId" clId="{679C2E18-537F-4C4C-A3ED-5EC5054AA2D6}" dt="2026-10-14T17:29:08.713" v="159" actId="47"/>
        <pc:sldMkLst>
          <pc:docMk/>
          <pc:sldMk cId="0" sldId="265"/>
        </pc:sldMkLst>
        <pc:spChg chg="del mod">
          <ac:chgData name="Mithun s" userId="dd0aea9540a49ece" providerId="LiveId" clId="{679C2E18-537F-4C4C-A3ED-5EC5054AA2D6}" dt="2026-10-14T17:04:53.597" v="10" actId="478"/>
          <ac:spMkLst>
            <pc:docMk/>
            <pc:sldMk cId="0" sldId="265"/>
            <ac:spMk id="2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18.719" v="5" actId="2711"/>
          <ac:spMkLst>
            <pc:docMk/>
            <pc:sldMk cId="0" sldId="265"/>
            <ac:spMk id="3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18.719" v="5" actId="2711"/>
          <ac:spMkLst>
            <pc:docMk/>
            <pc:sldMk cId="0" sldId="265"/>
            <ac:spMk id="4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18.719" v="5" actId="2711"/>
          <ac:spMkLst>
            <pc:docMk/>
            <pc:sldMk cId="0" sldId="265"/>
            <ac:spMk id="5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18.719" v="5" actId="2711"/>
          <ac:spMkLst>
            <pc:docMk/>
            <pc:sldMk cId="0" sldId="265"/>
            <ac:spMk id="6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18.719" v="5" actId="2711"/>
          <ac:spMkLst>
            <pc:docMk/>
            <pc:sldMk cId="0" sldId="265"/>
            <ac:spMk id="7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18.719" v="5" actId="2711"/>
          <ac:spMkLst>
            <pc:docMk/>
            <pc:sldMk cId="0" sldId="265"/>
            <ac:spMk id="8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18.719" v="5" actId="2711"/>
          <ac:spMkLst>
            <pc:docMk/>
            <pc:sldMk cId="0" sldId="265"/>
            <ac:spMk id="9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18.719" v="5" actId="2711"/>
          <ac:spMkLst>
            <pc:docMk/>
            <pc:sldMk cId="0" sldId="265"/>
            <ac:spMk id="11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18.719" v="5" actId="2711"/>
          <ac:spMkLst>
            <pc:docMk/>
            <pc:sldMk cId="0" sldId="265"/>
            <ac:spMk id="12" creationId="{00000000-0000-0000-0000-000000000000}"/>
          </ac:spMkLst>
        </pc:spChg>
      </pc:sldChg>
      <pc:sldChg chg="delSp modSp add del mod">
        <pc:chgData name="Mithun s" userId="dd0aea9540a49ece" providerId="LiveId" clId="{679C2E18-537F-4C4C-A3ED-5EC5054AA2D6}" dt="2026-10-14T17:31:19.522" v="165" actId="47"/>
        <pc:sldMkLst>
          <pc:docMk/>
          <pc:sldMk cId="0" sldId="266"/>
        </pc:sldMkLst>
        <pc:spChg chg="del mod">
          <ac:chgData name="Mithun s" userId="dd0aea9540a49ece" providerId="LiveId" clId="{679C2E18-537F-4C4C-A3ED-5EC5054AA2D6}" dt="2026-10-14T17:04:56.964" v="12" actId="478"/>
          <ac:spMkLst>
            <pc:docMk/>
            <pc:sldMk cId="0" sldId="266"/>
            <ac:spMk id="2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29.540" v="6" actId="2711"/>
          <ac:spMkLst>
            <pc:docMk/>
            <pc:sldMk cId="0" sldId="266"/>
            <ac:spMk id="3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29.540" v="6" actId="2711"/>
          <ac:spMkLst>
            <pc:docMk/>
            <pc:sldMk cId="0" sldId="266"/>
            <ac:spMk id="5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29.540" v="6" actId="2711"/>
          <ac:spMkLst>
            <pc:docMk/>
            <pc:sldMk cId="0" sldId="266"/>
            <ac:spMk id="6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29.540" v="6" actId="2711"/>
          <ac:spMkLst>
            <pc:docMk/>
            <pc:sldMk cId="0" sldId="266"/>
            <ac:spMk id="7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29.540" v="6" actId="2711"/>
          <ac:spMkLst>
            <pc:docMk/>
            <pc:sldMk cId="0" sldId="266"/>
            <ac:spMk id="8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29.540" v="6" actId="2711"/>
          <ac:spMkLst>
            <pc:docMk/>
            <pc:sldMk cId="0" sldId="266"/>
            <ac:spMk id="9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29.540" v="6" actId="2711"/>
          <ac:spMkLst>
            <pc:docMk/>
            <pc:sldMk cId="0" sldId="266"/>
            <ac:spMk id="10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29.540" v="6" actId="2711"/>
          <ac:spMkLst>
            <pc:docMk/>
            <pc:sldMk cId="0" sldId="266"/>
            <ac:spMk id="11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29.540" v="6" actId="2711"/>
          <ac:spMkLst>
            <pc:docMk/>
            <pc:sldMk cId="0" sldId="266"/>
            <ac:spMk id="12" creationId="{00000000-0000-0000-0000-000000000000}"/>
          </ac:spMkLst>
        </pc:spChg>
      </pc:sldChg>
      <pc:sldChg chg="delSp modSp add del mod">
        <pc:chgData name="Mithun s" userId="dd0aea9540a49ece" providerId="LiveId" clId="{679C2E18-537F-4C4C-A3ED-5EC5054AA2D6}" dt="2026-10-14T17:36:58.573" v="186" actId="47"/>
        <pc:sldMkLst>
          <pc:docMk/>
          <pc:sldMk cId="0" sldId="267"/>
        </pc:sldMkLst>
        <pc:spChg chg="del">
          <ac:chgData name="Mithun s" userId="dd0aea9540a49ece" providerId="LiveId" clId="{679C2E18-537F-4C4C-A3ED-5EC5054AA2D6}" dt="2026-10-14T17:04:58.798" v="13" actId="478"/>
          <ac:spMkLst>
            <pc:docMk/>
            <pc:sldMk cId="0" sldId="267"/>
            <ac:spMk id="2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35.140" v="7" actId="2711"/>
          <ac:spMkLst>
            <pc:docMk/>
            <pc:sldMk cId="0" sldId="267"/>
            <ac:spMk id="3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35.140" v="7" actId="2711"/>
          <ac:spMkLst>
            <pc:docMk/>
            <pc:sldMk cId="0" sldId="267"/>
            <ac:spMk id="4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35.140" v="7" actId="2711"/>
          <ac:spMkLst>
            <pc:docMk/>
            <pc:sldMk cId="0" sldId="267"/>
            <ac:spMk id="5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35.140" v="7" actId="2711"/>
          <ac:spMkLst>
            <pc:docMk/>
            <pc:sldMk cId="0" sldId="267"/>
            <ac:spMk id="6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35.140" v="7" actId="2711"/>
          <ac:spMkLst>
            <pc:docMk/>
            <pc:sldMk cId="0" sldId="267"/>
            <ac:spMk id="7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35.140" v="7" actId="2711"/>
          <ac:spMkLst>
            <pc:docMk/>
            <pc:sldMk cId="0" sldId="267"/>
            <ac:spMk id="8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35.140" v="7" actId="2711"/>
          <ac:spMkLst>
            <pc:docMk/>
            <pc:sldMk cId="0" sldId="267"/>
            <ac:spMk id="9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35.140" v="7" actId="2711"/>
          <ac:spMkLst>
            <pc:docMk/>
            <pc:sldMk cId="0" sldId="267"/>
            <ac:spMk id="10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35.140" v="7" actId="2711"/>
          <ac:spMkLst>
            <pc:docMk/>
            <pc:sldMk cId="0" sldId="267"/>
            <ac:spMk id="11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35.140" v="7" actId="2711"/>
          <ac:spMkLst>
            <pc:docMk/>
            <pc:sldMk cId="0" sldId="267"/>
            <ac:spMk id="12" creationId="{00000000-0000-0000-0000-000000000000}"/>
          </ac:spMkLst>
        </pc:spChg>
      </pc:sldChg>
      <pc:sldChg chg="delSp modSp add del mod">
        <pc:chgData name="Mithun s" userId="dd0aea9540a49ece" providerId="LiveId" clId="{679C2E18-537F-4C4C-A3ED-5EC5054AA2D6}" dt="2026-10-14T17:39:44.776" v="194" actId="47"/>
        <pc:sldMkLst>
          <pc:docMk/>
          <pc:sldMk cId="0" sldId="268"/>
        </pc:sldMkLst>
        <pc:spChg chg="del mod">
          <ac:chgData name="Mithun s" userId="dd0aea9540a49ece" providerId="LiveId" clId="{679C2E18-537F-4C4C-A3ED-5EC5054AA2D6}" dt="2026-10-14T17:05:00.873" v="14" actId="478"/>
          <ac:spMkLst>
            <pc:docMk/>
            <pc:sldMk cId="0" sldId="268"/>
            <ac:spMk id="2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40.332" v="8" actId="2711"/>
          <ac:spMkLst>
            <pc:docMk/>
            <pc:sldMk cId="0" sldId="268"/>
            <ac:spMk id="3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40.332" v="8" actId="2711"/>
          <ac:spMkLst>
            <pc:docMk/>
            <pc:sldMk cId="0" sldId="268"/>
            <ac:spMk id="4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40.332" v="8" actId="2711"/>
          <ac:spMkLst>
            <pc:docMk/>
            <pc:sldMk cId="0" sldId="268"/>
            <ac:spMk id="5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40.332" v="8" actId="2711"/>
          <ac:spMkLst>
            <pc:docMk/>
            <pc:sldMk cId="0" sldId="268"/>
            <ac:spMk id="6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40.332" v="8" actId="2711"/>
          <ac:spMkLst>
            <pc:docMk/>
            <pc:sldMk cId="0" sldId="268"/>
            <ac:spMk id="8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40.332" v="8" actId="2711"/>
          <ac:spMkLst>
            <pc:docMk/>
            <pc:sldMk cId="0" sldId="268"/>
            <ac:spMk id="10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40.332" v="8" actId="2711"/>
          <ac:spMkLst>
            <pc:docMk/>
            <pc:sldMk cId="0" sldId="268"/>
            <ac:spMk id="11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40.332" v="8" actId="2711"/>
          <ac:spMkLst>
            <pc:docMk/>
            <pc:sldMk cId="0" sldId="268"/>
            <ac:spMk id="12" creationId="{00000000-0000-0000-0000-000000000000}"/>
          </ac:spMkLst>
        </pc:spChg>
        <pc:spChg chg="mod">
          <ac:chgData name="Mithun s" userId="dd0aea9540a49ece" providerId="LiveId" clId="{679C2E18-537F-4C4C-A3ED-5EC5054AA2D6}" dt="2026-10-14T17:04:40.332" v="8" actId="2711"/>
          <ac:spMkLst>
            <pc:docMk/>
            <pc:sldMk cId="0" sldId="268"/>
            <ac:spMk id="13" creationId="{00000000-0000-0000-0000-000000000000}"/>
          </ac:spMkLst>
        </pc:spChg>
      </pc:sldChg>
      <pc:sldChg chg="modSp add mod ord">
        <pc:chgData name="Mithun s" userId="dd0aea9540a49ece" providerId="LiveId" clId="{679C2E18-537F-4C4C-A3ED-5EC5054AA2D6}" dt="2026-10-14T17:28:58.127" v="158" actId="20577"/>
        <pc:sldMkLst>
          <pc:docMk/>
          <pc:sldMk cId="627389925" sldId="269"/>
        </pc:sldMkLst>
        <pc:spChg chg="mod">
          <ac:chgData name="Mithun s" userId="dd0aea9540a49ece" providerId="LiveId" clId="{679C2E18-537F-4C4C-A3ED-5EC5054AA2D6}" dt="2026-10-14T17:28:58.127" v="158" actId="20577"/>
          <ac:spMkLst>
            <pc:docMk/>
            <pc:sldMk cId="627389925" sldId="269"/>
            <ac:spMk id="19" creationId="{39FFB1CC-F685-515D-FB8A-7487EA992EB0}"/>
          </ac:spMkLst>
        </pc:spChg>
      </pc:sldChg>
      <pc:sldChg chg="modSp add mod">
        <pc:chgData name="Mithun s" userId="dd0aea9540a49ece" providerId="LiveId" clId="{679C2E18-537F-4C4C-A3ED-5EC5054AA2D6}" dt="2026-10-14T17:34:41.565" v="176" actId="20577"/>
        <pc:sldMkLst>
          <pc:docMk/>
          <pc:sldMk cId="692546190" sldId="270"/>
        </pc:sldMkLst>
        <pc:spChg chg="mod">
          <ac:chgData name="Mithun s" userId="dd0aea9540a49ece" providerId="LiveId" clId="{679C2E18-537F-4C4C-A3ED-5EC5054AA2D6}" dt="2026-10-14T17:34:41.565" v="176" actId="20577"/>
          <ac:spMkLst>
            <pc:docMk/>
            <pc:sldMk cId="692546190" sldId="270"/>
            <ac:spMk id="19" creationId="{F88CF11C-56EC-6A9B-1D55-1323037E88A7}"/>
          </ac:spMkLst>
        </pc:spChg>
      </pc:sldChg>
      <pc:sldChg chg="add del">
        <pc:chgData name="Mithun s" userId="dd0aea9540a49ece" providerId="LiveId" clId="{679C2E18-537F-4C4C-A3ED-5EC5054AA2D6}" dt="2026-10-14T17:26:09.156" v="133"/>
        <pc:sldMkLst>
          <pc:docMk/>
          <pc:sldMk cId="2293336622" sldId="270"/>
        </pc:sldMkLst>
      </pc:sldChg>
      <pc:sldChg chg="modSp add mod">
        <pc:chgData name="Mithun s" userId="dd0aea9540a49ece" providerId="LiveId" clId="{679C2E18-537F-4C4C-A3ED-5EC5054AA2D6}" dt="2026-10-14T17:36:49.831" v="184" actId="5793"/>
        <pc:sldMkLst>
          <pc:docMk/>
          <pc:sldMk cId="2220006288" sldId="271"/>
        </pc:sldMkLst>
        <pc:spChg chg="mod">
          <ac:chgData name="Mithun s" userId="dd0aea9540a49ece" providerId="LiveId" clId="{679C2E18-537F-4C4C-A3ED-5EC5054AA2D6}" dt="2026-10-14T17:36:49.831" v="184" actId="5793"/>
          <ac:spMkLst>
            <pc:docMk/>
            <pc:sldMk cId="2220006288" sldId="271"/>
            <ac:spMk id="19" creationId="{CF887E15-3A9F-6ABE-7FD3-AAEDA184CBCC}"/>
          </ac:spMkLst>
        </pc:spChg>
      </pc:sldChg>
      <pc:sldChg chg="modSp add mod">
        <pc:chgData name="Mithun s" userId="dd0aea9540a49ece" providerId="LiveId" clId="{679C2E18-537F-4C4C-A3ED-5EC5054AA2D6}" dt="2026-10-14T17:39:39.065" v="193" actId="5793"/>
        <pc:sldMkLst>
          <pc:docMk/>
          <pc:sldMk cId="1206175783" sldId="272"/>
        </pc:sldMkLst>
        <pc:spChg chg="mod">
          <ac:chgData name="Mithun s" userId="dd0aea9540a49ece" providerId="LiveId" clId="{679C2E18-537F-4C4C-A3ED-5EC5054AA2D6}" dt="2026-10-14T17:39:39.065" v="193" actId="5793"/>
          <ac:spMkLst>
            <pc:docMk/>
            <pc:sldMk cId="1206175783" sldId="272"/>
            <ac:spMk id="19" creationId="{E749B67A-C327-7BB3-A1F6-AE852C81A43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8354B9-FDAC-5646-B195-5EDD951CDE41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AAC687-5434-4549-9506-58D8DA3DBE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316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9620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012" y="1840230"/>
            <a:ext cx="894397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00000"/>
                </a:solidFill>
                <a:latin typeface="+mj-lt"/>
                <a:ea typeface="Times New Roman" pitchFamily="34" charset="-122"/>
                <a:cs typeface="Times New Roman" pitchFamily="34" charset="-120"/>
              </a:rPr>
              <a:t>Preventing Double-Booking in Venue Scheduling Using the </a:t>
            </a:r>
            <a:r>
              <a:rPr lang="en-US" sz="3000" b="1" dirty="0">
                <a:solidFill>
                  <a:srgbClr val="000000"/>
                </a:solidFill>
                <a:latin typeface="+mj-lt"/>
                <a:ea typeface="Times New Roman" pitchFamily="34" charset="-122"/>
                <a:cs typeface="Times New Roman" pitchFamily="34" charset="-120"/>
              </a:rPr>
              <a:t>Interval</a:t>
            </a:r>
            <a:r>
              <a:rPr lang="en-US" sz="3200" b="1" dirty="0">
                <a:solidFill>
                  <a:srgbClr val="000000"/>
                </a:solidFill>
                <a:latin typeface="+mj-lt"/>
                <a:ea typeface="Times New Roman" pitchFamily="34" charset="-122"/>
                <a:cs typeface="Times New Roman" pitchFamily="34" charset="-120"/>
              </a:rPr>
              <a:t> Scheduling Algorithm</a:t>
            </a:r>
            <a:endParaRPr lang="en-US" sz="3200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05E82C-5F77-3A1D-C6D5-8E5A40BC8631}"/>
              </a:ext>
            </a:extLst>
          </p:cNvPr>
          <p:cNvSpPr txBox="1"/>
          <p:nvPr/>
        </p:nvSpPr>
        <p:spPr>
          <a:xfrm>
            <a:off x="5829300" y="4157632"/>
            <a:ext cx="29546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+mj-lt"/>
              </a:rPr>
              <a:t>S.Mithun</a:t>
            </a:r>
            <a:r>
              <a:rPr lang="en-US" dirty="0">
                <a:latin typeface="+mj-lt"/>
              </a:rPr>
              <a:t> Senthil(192324056)</a:t>
            </a:r>
          </a:p>
          <a:p>
            <a:r>
              <a:rPr lang="en-US" dirty="0">
                <a:latin typeface="+mj-lt"/>
              </a:rPr>
              <a:t>Kali </a:t>
            </a:r>
            <a:r>
              <a:rPr lang="en-US" dirty="0" err="1">
                <a:latin typeface="+mj-lt"/>
              </a:rPr>
              <a:t>Sakthiswaran</a:t>
            </a:r>
            <a:r>
              <a:rPr lang="en-US" dirty="0">
                <a:latin typeface="+mj-lt"/>
              </a:rPr>
              <a:t>()</a:t>
            </a:r>
            <a:endParaRPr lang="en-IN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34F2C9-E9FA-751F-CDBC-540D41AD7598}"/>
              </a:ext>
            </a:extLst>
          </p:cNvPr>
          <p:cNvSpPr txBox="1"/>
          <p:nvPr/>
        </p:nvSpPr>
        <p:spPr>
          <a:xfrm>
            <a:off x="2939342" y="1188720"/>
            <a:ext cx="32653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b="1" dirty="0">
                <a:latin typeface="+mj-lt"/>
              </a:rPr>
              <a:t>Capstone</a:t>
            </a:r>
            <a:r>
              <a:rPr lang="en-US" sz="3600" b="1" dirty="0">
                <a:latin typeface="+mj-lt"/>
              </a:rPr>
              <a:t> Project</a:t>
            </a:r>
            <a:endParaRPr lang="en-IN" sz="3600" b="1" dirty="0">
              <a:latin typeface="+mj-lt"/>
            </a:endParaRPr>
          </a:p>
        </p:txBody>
      </p:sp>
      <p:pic>
        <p:nvPicPr>
          <p:cNvPr id="8" name="image1.png">
            <a:extLst>
              <a:ext uri="{FF2B5EF4-FFF2-40B4-BE49-F238E27FC236}">
                <a16:creationId xmlns:a16="http://schemas.microsoft.com/office/drawing/2014/main" id="{2A699D62-5905-B654-A7D2-597860DADA28}"/>
              </a:ext>
            </a:extLst>
          </p:cNvPr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1209675" y="310756"/>
            <a:ext cx="6724650" cy="75604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21054CF-C3C6-552D-294B-0C4E956BC7BB}"/>
              </a:ext>
            </a:extLst>
          </p:cNvPr>
          <p:cNvSpPr txBox="1"/>
          <p:nvPr/>
        </p:nvSpPr>
        <p:spPr>
          <a:xfrm>
            <a:off x="2411760" y="3303270"/>
            <a:ext cx="43204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latin typeface="+mj-lt"/>
              </a:rPr>
              <a:t>CSA1021 - SOFTWARE ENGINEERING</a:t>
            </a:r>
          </a:p>
          <a:p>
            <a:endParaRPr lang="en-IN" dirty="0">
              <a:latin typeface="+mj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FB9B3E-6777-AC9A-D260-014535292B4D}"/>
              </a:ext>
            </a:extLst>
          </p:cNvPr>
          <p:cNvSpPr txBox="1"/>
          <p:nvPr/>
        </p:nvSpPr>
        <p:spPr>
          <a:xfrm>
            <a:off x="5258758" y="3788300"/>
            <a:ext cx="14734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</a:rPr>
              <a:t>Presented By:</a:t>
            </a:r>
            <a:endParaRPr lang="en-IN" dirty="0">
              <a:latin typeface="+mj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6DDBD-85FE-E45F-A5BD-D62FA3BB8598}"/>
              </a:ext>
            </a:extLst>
          </p:cNvPr>
          <p:cNvSpPr txBox="1"/>
          <p:nvPr/>
        </p:nvSpPr>
        <p:spPr>
          <a:xfrm>
            <a:off x="360045" y="3959126"/>
            <a:ext cx="20505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  <a:cs typeface="Times New Roman" panose="02020603050405020304" pitchFamily="18" charset="0"/>
              </a:rPr>
              <a:t>Supervised By: </a:t>
            </a:r>
          </a:p>
          <a:p>
            <a:r>
              <a:rPr lang="en-IN" dirty="0">
                <a:latin typeface="+mj-lt"/>
              </a:rPr>
              <a:t> 	S SALINI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Introduction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Colleges, auction halls and event companies now take venue bookings through a single online portal.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Many organizers can request the same hall for the same date and time, often within seconds of each other.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If the system does not check carefully, two events end up in one venue: a double-booking.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Each booking is just a time interval (start, end), so the problem fits the classic interval scheduling model.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Detect and block overlapping bookings for the same venue before they are confirmed.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 interval scheduling to accept the largest possible number of events per venue.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Keep the check fast enough to work when many users book at the same time.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the organizer a clear reason and alternate slots when a request is rejected.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Abstract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Double-booking is a common fault in online event platforms where bookings are handled by many users at once.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work treats every booking as a time interval and every venue as a separate resource.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new request is accepted only if it does not overlap any confirmed interval of that venue; a greedy earliest-finish-time rule is used when a batch of requests has to be selected.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database lock on the venue makes the check and the save happen as one step, so simultaneous requests cannot slip through.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result is a simple, fast and conflict-free booking process.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a centralized platform, several users can request one venue for overlapping times at the same moment.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Manual checking and simple date comparison miss partial overlaps, such as 10:00–12:00 against 11:00–13:00.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Double-booked venues cause cancellations, angry organizers and loss of trust in the platform.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Need: an algorithm that guarantees no two confirmed events share a venue at the same time, while keeping venue usage high.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Literature Survey (2025–26)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2385060"/>
        </p:xfrm>
        <a:graphic>
          <a:graphicData uri="http://schemas.openxmlformats.org/drawingml/2006/table">
            <a:tbl>
              <a:tblPr/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No.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Paper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Source / Year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Technique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Limitation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 Course Scheduling System Based on an Improved Genetic Algorithm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NHSJS Reports, 2025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Improved GA with penalty weights for teacher and room clashes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Tested on a small school dataset; not meant for live bookings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Automated Class Scheduling: Ensuring Conflict-Free and Optimized Timetables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Khulna Univ. Studies, 22(2), Dec 2025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Automated class-routine generator that avoids conflicts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Builds a timetable in advance; does not handle random online requests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Explicit AI-Based Timetable Generator using Genetic Algorithm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Open J. of Applied Sciences, 15(8), 2025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GA producing conflict-free timetables per lecturer, student, classroom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Needs many iterations; result can vary between runs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Isabela State University Class Scheduling Algorithm (ISUCSA)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J. Inf. Systems Eng. &amp; Mgmt, 10(49s), 2025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Genetic algorithm combined with a greedy assignment phase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Aimed at class schedules; no concurrency handling for simultaneous users</a:t>
                      </a:r>
                      <a:endParaRPr lang="en-US" sz="10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4008" marR="64008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Existing Methods and Drawbacks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Manual / spreadsheet booking: slow, and clashes are found only after both parties are confirmed.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Simple date-only checks: ignore time ranges, so partial overlaps are missed.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Genetic algorithm and other heuristic timetables (papers above): good for fixed academic timetables, but heavy, not guaranteed optimal, and not suited to instant online requests.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Check-then-save without locking: two users can pass the check together and both get confirmed (race condition).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Naive pairwise comparison with every booking: slows down as the number of bookings grows.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Proposed Methodology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800"/>
              </a:spcAft>
              <a:buSzPct val="100000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Model each booking as an interval [start, end) linked to a venue ID, so back-to-back events are allowed.</a:t>
            </a:r>
            <a:endParaRPr lang="en-US" sz="1600" dirty="0"/>
          </a:p>
          <a:p>
            <a:pPr>
              <a:spcAft>
                <a:spcPts val="800"/>
              </a:spcAft>
              <a:buSzPct val="100000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Keep each venue's confirmed bookings sorted by start time.</a:t>
            </a:r>
            <a:endParaRPr lang="en-US" sz="1600" dirty="0"/>
          </a:p>
          <a:p>
            <a:pPr>
              <a:spcAft>
                <a:spcPts val="800"/>
              </a:spcAft>
              <a:buSzPct val="100000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For a new request, binary-search its position and compare only with its neighbours: conflict if new start &lt; old end and new end &gt; old start.</a:t>
            </a:r>
            <a:endParaRPr lang="en-US" sz="1600" dirty="0"/>
          </a:p>
          <a:p>
            <a:pPr>
              <a:spcAft>
                <a:spcPts val="800"/>
              </a:spcAft>
              <a:buSzPct val="100000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Run the check and the save inside one transaction with a lock on that venue, so simultaneous requests are handled one by one.</a:t>
            </a:r>
            <a:endParaRPr lang="en-US" sz="1600" dirty="0"/>
          </a:p>
          <a:p>
            <a:pPr>
              <a:spcAft>
                <a:spcPts val="800"/>
              </a:spcAft>
              <a:buSzPct val="100000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For a batch of competing requests, sort by finish time and pick each non-overlapping one (greedy), which gives the maximum number of events.</a:t>
            </a:r>
            <a:endParaRPr lang="en-US" sz="1600" dirty="0"/>
          </a:p>
          <a:p>
            <a:pPr>
              <a:spcAft>
                <a:spcPts val="800"/>
              </a:spcAft>
              <a:buSzPct val="100000"/>
            </a:pPr>
            <a:r>
              <a:rPr lang="en-US" sz="1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If rejected, suggest the nearest free slots or other venues.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1B8643E9-0863-3E4A-544E-0CC6D72D7425}"/>
              </a:ext>
            </a:extLst>
          </p:cNvPr>
          <p:cNvSpPr txBox="1"/>
          <p:nvPr/>
        </p:nvSpPr>
        <p:spPr>
          <a:xfrm>
            <a:off x="476250" y="438150"/>
            <a:ext cx="8119110" cy="430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3000" b="1" dirty="0"/>
              <a:t>Module 1: Requirement Gathering</a:t>
            </a:r>
          </a:p>
          <a:p>
            <a:pPr>
              <a:buNone/>
            </a:pPr>
            <a:endParaRPr lang="en-IN" sz="1600" b="1" dirty="0"/>
          </a:p>
          <a:p>
            <a:pPr>
              <a:buNone/>
            </a:pPr>
            <a:r>
              <a:rPr lang="en-IN" sz="1600" b="1" dirty="0"/>
              <a:t>1. Stakeholder Requirements</a:t>
            </a:r>
            <a:endParaRPr lang="en-IN" sz="16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Coordinators ,Administration, Students, Faculty/HODs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sz="1600" dirty="0"/>
          </a:p>
          <a:p>
            <a:pPr lvl="0"/>
            <a:r>
              <a:rPr lang="en-IN" sz="1600" b="1" dirty="0"/>
              <a:t>2. Functional Requirements</a:t>
            </a:r>
            <a:endParaRPr lang="en-IN" sz="16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dirty="0"/>
              <a:t>Conflict Detection ,Smart Scheduling ,Smart Suggestions ,Multi-Round Events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sz="1600" dirty="0"/>
          </a:p>
          <a:p>
            <a:pPr lvl="0"/>
            <a:r>
              <a:rPr lang="en-IN" sz="1600" b="1" dirty="0"/>
              <a:t>3. Non-Functional Requirements</a:t>
            </a:r>
            <a:endParaRPr lang="en-IN" sz="16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b="1" dirty="0"/>
              <a:t>Reliability:</a:t>
            </a:r>
            <a:r>
              <a:rPr lang="en-IN" sz="1600" dirty="0"/>
              <a:t> Prevent double bookings during concurrent requests.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b="1" dirty="0"/>
              <a:t>Performance:</a:t>
            </a:r>
            <a:r>
              <a:rPr lang="en-IN" sz="1600" dirty="0"/>
              <a:t> Target &lt;2 </a:t>
            </a:r>
            <a:r>
              <a:rPr lang="en-IN" sz="1600" dirty="0" err="1"/>
              <a:t>ms</a:t>
            </a:r>
            <a:r>
              <a:rPr lang="en-IN" sz="1600" dirty="0"/>
              <a:t> conflict checks and &lt;50 </a:t>
            </a:r>
            <a:r>
              <a:rPr lang="en-IN" sz="1600" dirty="0" err="1"/>
              <a:t>ms</a:t>
            </a:r>
            <a:r>
              <a:rPr lang="en-IN" sz="1600" dirty="0"/>
              <a:t> API responses.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b="1" dirty="0"/>
              <a:t>Availability:</a:t>
            </a:r>
            <a:r>
              <a:rPr lang="en-IN" sz="1600" dirty="0"/>
              <a:t> </a:t>
            </a:r>
            <a:r>
              <a:rPr lang="en-IN" sz="1600" dirty="0" err="1"/>
              <a:t>Supabase</a:t>
            </a:r>
            <a:r>
              <a:rPr lang="en-IN" sz="1600" dirty="0"/>
              <a:t> PostgreSQL with local </a:t>
            </a:r>
            <a:r>
              <a:rPr lang="en-IN" sz="1600" dirty="0" err="1"/>
              <a:t>FastAPI</a:t>
            </a:r>
            <a:r>
              <a:rPr lang="en-IN" sz="1600" dirty="0"/>
              <a:t>/SQLite WAL fallback.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600" b="1" dirty="0"/>
              <a:t>Security: </a:t>
            </a:r>
            <a:r>
              <a:rPr lang="en-IN" dirty="0"/>
              <a:t>Row-Level Security (RLS), input validation, encrypted communication.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sz="1600" b="1" dirty="0"/>
          </a:p>
          <a:p>
            <a:pPr lvl="0"/>
            <a:r>
              <a:rPr lang="en-IN" sz="1600" b="1" dirty="0"/>
              <a:t>Outcome:</a:t>
            </a:r>
            <a:r>
              <a:rPr lang="en-IN" sz="1600" dirty="0"/>
              <a:t> A secure, reliable, and efficient event management system with conflict-free scheduling and optimized venue utilization.</a:t>
            </a:r>
          </a:p>
        </p:txBody>
      </p:sp>
      <p:sp>
        <p:nvSpPr>
          <p:cNvPr id="22" name="Shape 1">
            <a:extLst>
              <a:ext uri="{FF2B5EF4-FFF2-40B4-BE49-F238E27FC236}">
                <a16:creationId xmlns:a16="http://schemas.microsoft.com/office/drawing/2014/main" id="{E49EBF43-A18D-D993-75AF-CEBD42B04136}"/>
              </a:ext>
            </a:extLst>
          </p:cNvPr>
          <p:cNvSpPr/>
          <p:nvPr/>
        </p:nvSpPr>
        <p:spPr>
          <a:xfrm>
            <a:off x="548640" y="1005840"/>
            <a:ext cx="804672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46343-A122-0421-AD21-CEB813C02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39FFB1CC-F685-515D-FB8A-7487EA992EB0}"/>
              </a:ext>
            </a:extLst>
          </p:cNvPr>
          <p:cNvSpPr txBox="1"/>
          <p:nvPr/>
        </p:nvSpPr>
        <p:spPr>
          <a:xfrm>
            <a:off x="371474" y="438150"/>
            <a:ext cx="8223886" cy="4493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000" b="1" dirty="0"/>
              <a:t>Module 2: System Design </a:t>
            </a:r>
          </a:p>
          <a:p>
            <a:endParaRPr lang="en-IN" sz="1600" b="1" dirty="0"/>
          </a:p>
          <a:p>
            <a:r>
              <a:rPr lang="en-IN" sz="1600" b="1" dirty="0"/>
              <a:t>1. System Architecture</a:t>
            </a:r>
            <a:endParaRPr lang="en-IN" sz="1600" dirty="0"/>
          </a:p>
          <a:p>
            <a:pPr lvl="0"/>
            <a:r>
              <a:rPr lang="en-IN" sz="1600" b="1" dirty="0"/>
              <a:t>Frontend:</a:t>
            </a:r>
            <a:r>
              <a:rPr lang="en-IN" sz="1600" dirty="0"/>
              <a:t> React 18.3 + Vite 6.1 SPA with Participant and Organizer dashboards.</a:t>
            </a:r>
          </a:p>
          <a:p>
            <a:pPr lvl="0"/>
            <a:r>
              <a:rPr lang="en-IN" sz="1600" b="1" dirty="0"/>
              <a:t>Backend:</a:t>
            </a:r>
            <a:r>
              <a:rPr lang="en-IN" sz="1600" dirty="0"/>
              <a:t> </a:t>
            </a:r>
            <a:r>
              <a:rPr lang="en-IN" sz="1600" dirty="0" err="1"/>
              <a:t>FastAPI</a:t>
            </a:r>
            <a:r>
              <a:rPr lang="en-IN" sz="1600" dirty="0"/>
              <a:t> with modular APIs and </a:t>
            </a:r>
            <a:r>
              <a:rPr lang="en-IN" sz="1600" dirty="0" err="1"/>
              <a:t>Pydantic</a:t>
            </a:r>
            <a:r>
              <a:rPr lang="en-IN" sz="1600" dirty="0"/>
              <a:t> v2 validation.</a:t>
            </a:r>
          </a:p>
          <a:p>
            <a:pPr lvl="0"/>
            <a:r>
              <a:rPr lang="en-IN" sz="1600" b="1" dirty="0"/>
              <a:t>Database:</a:t>
            </a:r>
            <a:r>
              <a:rPr lang="en-IN" sz="1600" dirty="0"/>
              <a:t> </a:t>
            </a:r>
            <a:r>
              <a:rPr lang="en-IN" sz="1600" dirty="0" err="1"/>
              <a:t>Supabase</a:t>
            </a:r>
            <a:r>
              <a:rPr lang="en-IN" sz="1600" dirty="0"/>
              <a:t> PostgreSQL with local SQLite WAL fallback.</a:t>
            </a:r>
          </a:p>
          <a:p>
            <a:pPr lvl="0"/>
            <a:r>
              <a:rPr lang="en-IN" sz="1600" b="1" dirty="0"/>
              <a:t>Utilities:</a:t>
            </a:r>
            <a:r>
              <a:rPr lang="en-IN" sz="1600" dirty="0"/>
              <a:t> QR ticket generation, multi-round timelines, and CSV exports.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sz="1600" dirty="0"/>
          </a:p>
          <a:p>
            <a:r>
              <a:rPr lang="en-IN" sz="1600" b="1" dirty="0"/>
              <a:t>2. Concurrency &amp; Database Design</a:t>
            </a:r>
            <a:endParaRPr lang="en-IN" sz="1600" dirty="0"/>
          </a:p>
          <a:p>
            <a:pPr lvl="0"/>
            <a:r>
              <a:rPr lang="en-IN" sz="1600" b="1" dirty="0"/>
              <a:t>ACID Transactions:</a:t>
            </a:r>
            <a:r>
              <a:rPr lang="en-IN" sz="1600" dirty="0"/>
              <a:t> Ensure reliable availability checks and booking updates.</a:t>
            </a:r>
          </a:p>
          <a:p>
            <a:pPr lvl="0"/>
            <a:r>
              <a:rPr lang="en-IN" sz="1600" b="1" dirty="0"/>
              <a:t>Concurrency Control:</a:t>
            </a:r>
            <a:r>
              <a:rPr lang="en-IN" sz="1600" dirty="0"/>
              <a:t> Use transaction locks to prevent simultaneous double bookings.</a:t>
            </a:r>
          </a:p>
          <a:p>
            <a:pPr lvl="0"/>
            <a:r>
              <a:rPr lang="en-IN" sz="1600" b="1" dirty="0"/>
              <a:t>Relational ER Model:</a:t>
            </a:r>
            <a:r>
              <a:rPr lang="en-IN" sz="1600" dirty="0"/>
              <a:t> Six tables — Organizers, Events, Event Sessions, Registrations, Attendance, and Announcements.</a:t>
            </a:r>
          </a:p>
          <a:p>
            <a:pPr lvl="0"/>
            <a:r>
              <a:rPr lang="en-IN" sz="1600" b="1" dirty="0"/>
              <a:t>Data Integrity:</a:t>
            </a:r>
            <a:r>
              <a:rPr lang="en-IN" sz="1600" dirty="0"/>
              <a:t> Unique QR ticket IDs, capacity constraints, foreign keys, and cascading deletion.</a:t>
            </a:r>
          </a:p>
          <a:p>
            <a:pPr lvl="0"/>
            <a:endParaRPr lang="en-IN" sz="1600" dirty="0"/>
          </a:p>
          <a:p>
            <a:r>
              <a:rPr lang="en-IN" sz="1600" b="1" dirty="0"/>
              <a:t>Outcome:</a:t>
            </a:r>
            <a:r>
              <a:rPr lang="en-IN" sz="1600" dirty="0"/>
              <a:t> A modular, scalable architecture that delivers efficient scheduling, reliable transactions, and consistent event data.</a:t>
            </a:r>
          </a:p>
        </p:txBody>
      </p:sp>
      <p:sp>
        <p:nvSpPr>
          <p:cNvPr id="22" name="Shape 1">
            <a:extLst>
              <a:ext uri="{FF2B5EF4-FFF2-40B4-BE49-F238E27FC236}">
                <a16:creationId xmlns:a16="http://schemas.microsoft.com/office/drawing/2014/main" id="{8EB250D0-69F9-7A33-0D1D-C5B36A806567}"/>
              </a:ext>
            </a:extLst>
          </p:cNvPr>
          <p:cNvSpPr/>
          <p:nvPr/>
        </p:nvSpPr>
        <p:spPr>
          <a:xfrm>
            <a:off x="548640" y="1005840"/>
            <a:ext cx="804672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627389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5017C-4AA7-797D-D31E-842357A60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F88CF11C-56EC-6A9B-1D55-1323037E88A7}"/>
              </a:ext>
            </a:extLst>
          </p:cNvPr>
          <p:cNvSpPr txBox="1"/>
          <p:nvPr/>
        </p:nvSpPr>
        <p:spPr>
          <a:xfrm>
            <a:off x="371473" y="476250"/>
            <a:ext cx="8772527" cy="4493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000" b="1" dirty="0"/>
              <a:t>Module 3: Development &amp; Implementation</a:t>
            </a:r>
          </a:p>
          <a:p>
            <a:endParaRPr lang="en-IN" sz="1600" b="1" dirty="0"/>
          </a:p>
          <a:p>
            <a:r>
              <a:rPr lang="en-IN" sz="1600" b="1" dirty="0"/>
              <a:t>1. Frontend Development</a:t>
            </a:r>
            <a:endParaRPr lang="en-IN" sz="16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Built a responsive React + Vite interface for participants and organizers.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Developed event discovery, registration, dashboards, and multi-round session views.</a:t>
            </a:r>
          </a:p>
          <a:p>
            <a:r>
              <a:rPr lang="en-IN" sz="1600" b="1" dirty="0"/>
              <a:t>2. Backend Development</a:t>
            </a:r>
            <a:endParaRPr lang="en-IN" sz="16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Implemented </a:t>
            </a:r>
            <a:r>
              <a:rPr lang="en-IN" sz="1600" dirty="0" err="1"/>
              <a:t>FastAPI</a:t>
            </a:r>
            <a:r>
              <a:rPr lang="en-IN" sz="1600" dirty="0"/>
              <a:t> REST APIs for events, registrations, attendance, statistics, and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announcements.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Used </a:t>
            </a:r>
            <a:r>
              <a:rPr lang="en-IN" sz="1600" dirty="0" err="1"/>
              <a:t>Pydantic</a:t>
            </a:r>
            <a:r>
              <a:rPr lang="en-IN" sz="1600" dirty="0"/>
              <a:t> v2 for request validation and error handling.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Integrated secure database operations and role-based access control.</a:t>
            </a:r>
          </a:p>
          <a:p>
            <a:r>
              <a:rPr lang="en-IN" sz="1600" b="1" dirty="0"/>
              <a:t>3. Database &amp; Integration</a:t>
            </a:r>
            <a:endParaRPr lang="en-IN" sz="16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Connected </a:t>
            </a:r>
            <a:r>
              <a:rPr lang="en-IN" sz="1600" dirty="0" err="1"/>
              <a:t>Supabase</a:t>
            </a:r>
            <a:r>
              <a:rPr lang="en-IN" sz="1600" dirty="0"/>
              <a:t> PostgreSQL with local SQLite WAL fallback.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Implemented relational tables, foreign keys, unique constraints, and capacity management.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Integrated frontend and backend through a unified API service.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sz="1600" dirty="0"/>
          </a:p>
          <a:p>
            <a:r>
              <a:rPr lang="en-IN" sz="1600" b="1" dirty="0"/>
              <a:t>Outcome:</a:t>
            </a:r>
            <a:r>
              <a:rPr lang="en-IN" sz="1600" dirty="0"/>
              <a:t> A functional, integrated event management platform with automated scheduling, secure registration, and efficient venue management.</a:t>
            </a:r>
          </a:p>
        </p:txBody>
      </p:sp>
      <p:sp>
        <p:nvSpPr>
          <p:cNvPr id="22" name="Shape 1">
            <a:extLst>
              <a:ext uri="{FF2B5EF4-FFF2-40B4-BE49-F238E27FC236}">
                <a16:creationId xmlns:a16="http://schemas.microsoft.com/office/drawing/2014/main" id="{772D5E11-0A29-9F98-E456-5E2C863F506F}"/>
              </a:ext>
            </a:extLst>
          </p:cNvPr>
          <p:cNvSpPr/>
          <p:nvPr/>
        </p:nvSpPr>
        <p:spPr>
          <a:xfrm>
            <a:off x="548640" y="1005840"/>
            <a:ext cx="804672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6925461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4E1A3-9CC3-22EE-9700-D71A42FEA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CF887E15-3A9F-6ABE-7FD3-AAEDA184CBCC}"/>
              </a:ext>
            </a:extLst>
          </p:cNvPr>
          <p:cNvSpPr txBox="1"/>
          <p:nvPr/>
        </p:nvSpPr>
        <p:spPr>
          <a:xfrm>
            <a:off x="371473" y="476250"/>
            <a:ext cx="8772527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000" b="1" dirty="0"/>
              <a:t>Module 4: Deployment Strategy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600" b="1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Deploy the React + Vite frontend on </a:t>
            </a:r>
            <a:r>
              <a:rPr lang="en-IN" sz="1600" b="1" dirty="0" err="1"/>
              <a:t>Vercel</a:t>
            </a:r>
            <a:r>
              <a:rPr lang="en-IN" sz="1600" dirty="0"/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Deploy the </a:t>
            </a:r>
            <a:r>
              <a:rPr lang="en-IN" sz="1600" dirty="0" err="1"/>
              <a:t>FastAPI</a:t>
            </a:r>
            <a:r>
              <a:rPr lang="en-IN" sz="1600" dirty="0"/>
              <a:t> backend separately on </a:t>
            </a:r>
            <a:r>
              <a:rPr lang="en-IN" sz="1600" b="1" dirty="0"/>
              <a:t>Render</a:t>
            </a:r>
            <a:r>
              <a:rPr lang="en-IN" sz="1600" dirty="0"/>
              <a:t> using </a:t>
            </a:r>
            <a:r>
              <a:rPr lang="en-IN" sz="1600" dirty="0" err="1"/>
              <a:t>Uvicorn</a:t>
            </a:r>
            <a:r>
              <a:rPr lang="en-IN" sz="1600" dirty="0"/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Connect frontend and backend through secure HTTPS REST APIs.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Configure the frontend API base URL using environment variables.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Integrate </a:t>
            </a:r>
            <a:r>
              <a:rPr lang="en-IN" sz="1600" b="1" dirty="0" err="1"/>
              <a:t>Supabase</a:t>
            </a:r>
            <a:r>
              <a:rPr lang="en-IN" sz="1600" b="1" dirty="0"/>
              <a:t> PostgreSQL</a:t>
            </a:r>
            <a:r>
              <a:rPr lang="en-IN" sz="1600" dirty="0"/>
              <a:t> as the centralized production database.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Configure CORS to allow requests only from the authorized frontend domain.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Secure credentials using environment variables and enforce authentication, RLS, and input validation.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Test event registration, QR passes, attendance, and scheduling conflict detection.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Implement health checks, error logging, database backups, and deployment monitoring.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sz="1600" dirty="0"/>
          </a:p>
          <a:p>
            <a:pPr lvl="0"/>
            <a:r>
              <a:rPr lang="en-IN" sz="1600" b="1" dirty="0"/>
              <a:t>Deployment Flow:</a:t>
            </a:r>
            <a:r>
              <a:rPr lang="en-IN" sz="1600" dirty="0"/>
              <a:t> </a:t>
            </a:r>
            <a:r>
              <a:rPr lang="en-IN" sz="1600" dirty="0" err="1"/>
              <a:t>Vercel</a:t>
            </a:r>
            <a:r>
              <a:rPr lang="en-IN" sz="1600" dirty="0"/>
              <a:t> (Frontend) → Render (Backend) → </a:t>
            </a:r>
            <a:r>
              <a:rPr lang="en-IN" sz="1600" dirty="0" err="1"/>
              <a:t>Supabase</a:t>
            </a:r>
            <a:r>
              <a:rPr lang="en-IN" sz="1600" dirty="0"/>
              <a:t> (Database).</a:t>
            </a:r>
          </a:p>
        </p:txBody>
      </p:sp>
      <p:sp>
        <p:nvSpPr>
          <p:cNvPr id="22" name="Shape 1">
            <a:extLst>
              <a:ext uri="{FF2B5EF4-FFF2-40B4-BE49-F238E27FC236}">
                <a16:creationId xmlns:a16="http://schemas.microsoft.com/office/drawing/2014/main" id="{BE37A4BB-7A80-3731-F9E3-FE7844A65275}"/>
              </a:ext>
            </a:extLst>
          </p:cNvPr>
          <p:cNvSpPr/>
          <p:nvPr/>
        </p:nvSpPr>
        <p:spPr>
          <a:xfrm>
            <a:off x="548640" y="1005840"/>
            <a:ext cx="804672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2200062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CBC9D-84AD-671D-80FE-8B431F8DF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E749B67A-C327-7BB3-A1F6-AE852C81A431}"/>
              </a:ext>
            </a:extLst>
          </p:cNvPr>
          <p:cNvSpPr txBox="1"/>
          <p:nvPr/>
        </p:nvSpPr>
        <p:spPr>
          <a:xfrm>
            <a:off x="371473" y="476250"/>
            <a:ext cx="8772527" cy="4493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000" b="1" dirty="0"/>
              <a:t>Module 5: Performance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600" b="1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Measure API response times for event creation, registration, attendance, and statistics.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Evaluate venue conflict detection using binary search in </a:t>
            </a:r>
            <a:r>
              <a:rPr lang="en-IN" sz="1600" b="1" dirty="0"/>
              <a:t>O(log N)</a:t>
            </a:r>
            <a:r>
              <a:rPr lang="en-IN" sz="1600" dirty="0"/>
              <a:t> time.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 err="1"/>
              <a:t>Analyze</a:t>
            </a:r>
            <a:r>
              <a:rPr lang="en-IN" sz="1600" dirty="0"/>
              <a:t> batch scheduling efficiency using the Greedy Earliest Finish Time algorithm in </a:t>
            </a:r>
            <a:r>
              <a:rPr lang="en-IN" sz="1600" b="1" dirty="0"/>
              <a:t>O(M log M)</a:t>
            </a:r>
            <a:r>
              <a:rPr lang="en-IN" sz="1600" dirty="0"/>
              <a:t> time.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Test concurrent booking requests to verify double-booking prevention.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Evaluate database query performance, transaction integrity, and capacity management.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Measure frontend loading speed, responsiveness, and QR ticket generation time.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Test system </a:t>
            </a:r>
            <a:r>
              <a:rPr lang="en-IN" sz="1600" dirty="0" err="1"/>
              <a:t>behavior</a:t>
            </a:r>
            <a:r>
              <a:rPr lang="en-IN" sz="1600" dirty="0"/>
              <a:t> under increasing users and simultaneous event registrations.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Monitor API latency, CPU and memory usage, error rates, and database availability.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Verify data consistency and recovery during network interruptions and database failures.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600" dirty="0"/>
              <a:t>Compare measured results against targets: </a:t>
            </a:r>
            <a:r>
              <a:rPr lang="en-IN" sz="1600" b="1" dirty="0"/>
              <a:t>less than 2 </a:t>
            </a:r>
            <a:r>
              <a:rPr lang="en-IN" sz="1600" b="1" dirty="0" err="1"/>
              <a:t>ms</a:t>
            </a:r>
            <a:r>
              <a:rPr lang="en-IN" sz="1600" b="1" dirty="0"/>
              <a:t> for interval checks and less than 50 </a:t>
            </a:r>
            <a:r>
              <a:rPr lang="en-IN" sz="1600" b="1" dirty="0" err="1"/>
              <a:t>ms</a:t>
            </a:r>
            <a:r>
              <a:rPr lang="en-IN" sz="1600" b="1" dirty="0"/>
              <a:t> for API responses</a:t>
            </a:r>
            <a:r>
              <a:rPr lang="en-IN" sz="1600" dirty="0"/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sz="1600" dirty="0"/>
          </a:p>
          <a:p>
            <a:r>
              <a:rPr lang="en-IN" sz="1600" b="1" dirty="0"/>
              <a:t>Outcome:</a:t>
            </a:r>
            <a:r>
              <a:rPr lang="en-IN" sz="1600" dirty="0"/>
              <a:t> Assess system efficiency, reliability, scalability, and responsiveness under normal and high-load conditions.</a:t>
            </a:r>
          </a:p>
        </p:txBody>
      </p:sp>
      <p:sp>
        <p:nvSpPr>
          <p:cNvPr id="22" name="Shape 1">
            <a:extLst>
              <a:ext uri="{FF2B5EF4-FFF2-40B4-BE49-F238E27FC236}">
                <a16:creationId xmlns:a16="http://schemas.microsoft.com/office/drawing/2014/main" id="{18DE4698-13A7-322F-E781-58D643C31D8F}"/>
              </a:ext>
            </a:extLst>
          </p:cNvPr>
          <p:cNvSpPr/>
          <p:nvPr/>
        </p:nvSpPr>
        <p:spPr>
          <a:xfrm>
            <a:off x="548640" y="1005840"/>
            <a:ext cx="804672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061757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1452</Words>
  <Application>Microsoft Office PowerPoint</Application>
  <PresentationFormat>On-screen Show (16:9)</PresentationFormat>
  <Paragraphs>149</Paragraphs>
  <Slides>13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Mithun s</cp:lastModifiedBy>
  <cp:revision>2</cp:revision>
  <dcterms:created xsi:type="dcterms:W3CDTF">2026-10-13T20:02:43Z</dcterms:created>
  <dcterms:modified xsi:type="dcterms:W3CDTF">2026-10-14T17:47:24Z</dcterms:modified>
</cp:coreProperties>
</file>